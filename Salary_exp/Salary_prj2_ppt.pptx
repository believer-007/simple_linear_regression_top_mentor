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Salary Hike Project - Predict Salary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Objective</a:t>
            </a:r>
          </a:p>
        </p:txBody>
      </p:sp>
      <p:sp>
        <p:nvSpPr>
          <p:cNvPr id="97" name="Content Placeholder 2"/>
          <p:cNvSpPr txBox="1"/>
          <p:nvPr>
            <p:ph type="body" sz="quarter" idx="1"/>
          </p:nvPr>
        </p:nvSpPr>
        <p:spPr>
          <a:xfrm>
            <a:off x="457200" y="1600200"/>
            <a:ext cx="8229600" cy="610381"/>
          </a:xfrm>
          <a:prstGeom prst="rect">
            <a:avLst/>
          </a:prstGeom>
        </p:spPr>
        <p:txBody>
          <a:bodyPr/>
          <a:lstStyle/>
          <a:p>
            <a:pPr/>
            <a:r>
              <a:t>Predict Salary using Years of Experience.</a:t>
            </a:r>
          </a:p>
        </p:txBody>
      </p:sp>
      <p:sp>
        <p:nvSpPr>
          <p:cNvPr id="98" name="Title 1"/>
          <p:cNvSpPr txBox="1"/>
          <p:nvPr/>
        </p:nvSpPr>
        <p:spPr>
          <a:xfrm>
            <a:off x="457199" y="2393142"/>
            <a:ext cx="8229601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sz="4400"/>
            </a:lvl1pPr>
          </a:lstStyle>
          <a:p>
            <a:pPr/>
            <a:r>
              <a:t>Solution</a:t>
            </a:r>
          </a:p>
        </p:txBody>
      </p:sp>
      <p:sp>
        <p:nvSpPr>
          <p:cNvPr id="99" name="Content Placeholder 2"/>
          <p:cNvSpPr txBox="1"/>
          <p:nvPr/>
        </p:nvSpPr>
        <p:spPr>
          <a:xfrm>
            <a:off x="457199" y="3641103"/>
            <a:ext cx="8229601" cy="1931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342900" indent="-342900">
              <a:spcBef>
                <a:spcPts val="700"/>
              </a:spcBef>
              <a:buSzPct val="100000"/>
              <a:buFont typeface="Arial"/>
              <a:buChar char="•"/>
              <a:defRPr sz="3200"/>
            </a:pPr>
            <a:r>
              <a:t>Linear Regression model.</a:t>
            </a:r>
          </a:p>
          <a:p>
            <a:pPr marL="342900" indent="-342900">
              <a:spcBef>
                <a:spcPts val="700"/>
              </a:spcBef>
              <a:buSzPct val="100000"/>
              <a:buFont typeface="Arial"/>
              <a:buChar char="•"/>
              <a:defRPr sz="3200"/>
            </a:pPr>
            <a:r>
              <a:t>Use Experience as Dependent Variable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Business Impact</a:t>
            </a:r>
          </a:p>
        </p:txBody>
      </p:sp>
      <p:sp>
        <p:nvSpPr>
          <p:cNvPr id="102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Helps HR and management understand compensation drivers and forecast salary trends.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EDA - Salary vs Experience</a:t>
            </a:r>
          </a:p>
        </p:txBody>
      </p:sp>
      <p:pic>
        <p:nvPicPr>
          <p:cNvPr id="105" name="scatter_best_fit.png" descr="scatter_best_fi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35521" y="1087553"/>
            <a:ext cx="7272958" cy="54547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